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Wrote the Workflow?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Temporal primitives. Different authorship. Different trust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493776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2024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BAKED IN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1520" y="2423160"/>
            <a:ext cx="4937760" cy="3794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606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 BY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2807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Developer, at build time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0120" y="3264408"/>
            <a:ext cx="448056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3192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MODEL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" y="3520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default — code reviewed, tested, deployed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48056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0325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60120" y="4233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— phases, signals, retries decided before shipping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60120" y="4690872"/>
            <a:ext cx="448056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7457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ROLE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0120" y="49469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inside the workflow (output submitted as signal)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60120" y="5404104"/>
            <a:ext cx="4480560" cy="45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54589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66013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gtmDemoWorkflow in TypeScript — state machine with approval gates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19672" y="1828800"/>
            <a:ext cx="4937760" cy="594360"/>
          </a:xfrm>
          <a:prstGeom prst="rect">
            <a:avLst/>
          </a:prstGeom>
          <a:solidFill>
            <a:srgbClr val="332200"/>
          </a:solidFill>
          <a:ln/>
        </p:spPr>
      </p:sp>
      <p:sp>
        <p:nvSpPr>
          <p:cNvPr id="25" name="Shape 22"/>
          <p:cNvSpPr/>
          <p:nvPr/>
        </p:nvSpPr>
        <p:spPr>
          <a:xfrm>
            <a:off x="6656832" y="1920240"/>
            <a:ext cx="411480" cy="411480"/>
          </a:xfrm>
          <a:prstGeom prst="ellipse">
            <a:avLst/>
          </a:prstGeom>
          <a:solidFill>
            <a:srgbClr val="F7931D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84248"/>
            <a:ext cx="283464" cy="28346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205472" y="18288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6519672" y="2423160"/>
            <a:ext cx="4937760" cy="379476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29" name="Text 25"/>
          <p:cNvSpPr/>
          <p:nvPr/>
        </p:nvSpPr>
        <p:spPr>
          <a:xfrm>
            <a:off x="6748272" y="2606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 BY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748272" y="2807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(CodeAct agent), at runtime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748272" y="3264408"/>
            <a:ext cx="4480560" cy="4572"/>
          </a:xfrm>
          <a:prstGeom prst="rect">
            <a:avLst/>
          </a:prstGeom>
          <a:solidFill>
            <a:srgbClr val="332200"/>
          </a:solidFill>
          <a:ln/>
        </p:spPr>
      </p:sp>
      <p:sp>
        <p:nvSpPr>
          <p:cNvPr id="32" name="Text 28"/>
          <p:cNvSpPr/>
          <p:nvPr/>
        </p:nvSpPr>
        <p:spPr>
          <a:xfrm>
            <a:off x="6748272" y="33192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MODEL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748272" y="3520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by default — validated before execution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748272" y="3977640"/>
            <a:ext cx="4480560" cy="4572"/>
          </a:xfrm>
          <a:prstGeom prst="rect">
            <a:avLst/>
          </a:prstGeom>
          <a:solidFill>
            <a:srgbClr val="332200"/>
          </a:solidFill>
          <a:ln/>
        </p:spPr>
      </p:sp>
      <p:sp>
        <p:nvSpPr>
          <p:cNvPr id="35" name="Text 31"/>
          <p:cNvSpPr/>
          <p:nvPr/>
        </p:nvSpPr>
        <p:spPr>
          <a:xfrm>
            <a:off x="6748272" y="40325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748272" y="4233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— LLM decides primitives for the task at hand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6748272" y="4690872"/>
            <a:ext cx="4480560" cy="4572"/>
          </a:xfrm>
          <a:prstGeom prst="rect">
            <a:avLst/>
          </a:prstGeom>
          <a:solidFill>
            <a:srgbClr val="332200"/>
          </a:solidFill>
          <a:ln/>
        </p:spPr>
      </p:sp>
      <p:sp>
        <p:nvSpPr>
          <p:cNvPr id="38" name="Text 34"/>
          <p:cNvSpPr/>
          <p:nvPr/>
        </p:nvSpPr>
        <p:spPr>
          <a:xfrm>
            <a:off x="6748272" y="47457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ROLE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748272" y="49469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workflow (generates @workflow.defn, activities, signals)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6748272" y="5404104"/>
            <a:ext cx="4480560" cy="4572"/>
          </a:xfrm>
          <a:prstGeom prst="rect">
            <a:avLst/>
          </a:prstGeom>
          <a:solidFill>
            <a:srgbClr val="332200"/>
          </a:solidFill>
          <a:ln/>
        </p:spPr>
      </p:sp>
      <p:sp>
        <p:nvSpPr>
          <p:cNvPr id="41" name="Text 37"/>
          <p:cNvSpPr/>
          <p:nvPr/>
        </p:nvSpPr>
        <p:spPr>
          <a:xfrm>
            <a:off x="6748272" y="54589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748272" y="566013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generates Python Temporal scaffold — 8 files, all 9 primitives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5532120" y="3291840"/>
            <a:ext cx="777240" cy="7772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44" name="Text 40"/>
          <p:cNvSpPr/>
          <p:nvPr/>
        </p:nvSpPr>
        <p:spPr>
          <a:xfrm>
            <a:off x="553212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6" name="Text 42"/>
          <p:cNvSpPr/>
          <p:nvPr/>
        </p:nvSpPr>
        <p:spPr>
          <a:xfrm>
            <a:off x="731520" y="6263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Temporal primitives.  Same durable execution.  Same production platform.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‹#›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Is the Trust Boundary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runtime-generated Temporal code earns trust before execution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2286000" cy="3108960"/>
          </a:xfrm>
          <a:prstGeom prst="rect">
            <a:avLst/>
          </a:prstGeom>
          <a:solidFill>
            <a:srgbClr val="FFF3D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2286000" cy="54864"/>
          </a:xfrm>
          <a:prstGeom prst="rect">
            <a:avLst/>
          </a:prstGeom>
          <a:solidFill>
            <a:srgbClr val="F7931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9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@workflow.defn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@activity.defn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RetryPolicy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&amp; Queries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parallelism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+ Client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52628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9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files, all 9 primitives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32918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55848" y="1920240"/>
            <a:ext cx="2286000" cy="3108960"/>
          </a:xfrm>
          <a:prstGeom prst="rect">
            <a:avLst/>
          </a:prstGeom>
          <a:solidFill>
            <a:srgbClr val="E6F2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355848" y="1920240"/>
            <a:ext cx="2286000" cy="54864"/>
          </a:xfrm>
          <a:prstGeom prst="rect">
            <a:avLst/>
          </a:prstGeom>
          <a:solidFill>
            <a:srgbClr val="0069B3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93008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Validates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93008" y="283464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3493008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py_compile (syntax)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lint (anti-patterns)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checklist (9/9)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literal API keys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Cloud auth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placeholder URLs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93008" y="452628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6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→ repair loop → fallback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87568" y="32918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980176" y="1920240"/>
            <a:ext cx="2286000" cy="31089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5980176" y="1920240"/>
            <a:ext cx="2286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6117336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17336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Earned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17336" y="283464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Text 26"/>
          <p:cNvSpPr/>
          <p:nvPr/>
        </p:nvSpPr>
        <p:spPr>
          <a:xfrm>
            <a:off x="6117336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 passed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fallback template used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written to disk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execution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17336" y="452628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0" name="Text 28"/>
          <p:cNvSpPr/>
          <p:nvPr/>
        </p:nvSpPr>
        <p:spPr>
          <a:xfrm>
            <a:off x="6117336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never hangs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11896" y="32918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604504" y="1920240"/>
            <a:ext cx="2286000" cy="3108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8604504" y="1920240"/>
            <a:ext cx="2286000" cy="54864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4" name="Text 32"/>
          <p:cNvSpPr/>
          <p:nvPr/>
        </p:nvSpPr>
        <p:spPr>
          <a:xfrm>
            <a:off x="8741664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741664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Runs It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41664" y="283464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5"/>
          <p:cNvSpPr/>
          <p:nvPr/>
        </p:nvSpPr>
        <p:spPr>
          <a:xfrm>
            <a:off x="8741664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durable execution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retry semantics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signal/query model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workflow history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41664" y="4526280"/>
            <a:ext cx="20116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9" name="Text 37"/>
          <p:cNvSpPr/>
          <p:nvPr/>
        </p:nvSpPr>
        <p:spPr>
          <a:xfrm>
            <a:off x="8741664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doesn't care who wrote 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5349240"/>
            <a:ext cx="1069848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teams are in the 'baked in' column today — and that's fine.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as agents generate workflow code dynamically, the harness validation layer becomes the critical trust boundary.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‹#›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Temporal vs Baked-In Temporal</dc:title>
  <dc:subject>PptxGenJS Presentation</dc:subject>
  <dc:creator>Naresh Shah</dc:creator>
  <cp:lastModifiedBy>Naresh Shah</cp:lastModifiedBy>
  <cp:revision>1</cp:revision>
  <dcterms:created xsi:type="dcterms:W3CDTF">2026-05-24T17:21:02Z</dcterms:created>
  <dcterms:modified xsi:type="dcterms:W3CDTF">2026-05-24T17:21:02Z</dcterms:modified>
</cp:coreProperties>
</file>